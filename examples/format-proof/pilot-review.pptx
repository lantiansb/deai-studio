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登记时长中位数（分钟）</c:v>
                </c:pt>
              </c:strCache>
            </c:strRef>
          </c:tx>
          <c:spPr>
            <a:solidFill>
              <a:srgbClr val="1658A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2200" u="none">
                    <a:solidFill>
                      <a:srgbClr val="182D4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上线前</c:v>
                  </c:pt>
                  <c:pt idx="1">
                    <c:v>上线后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2200" u="none">
                  <a:solidFill>
                    <a:srgbClr val="182D4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950" b="0" i="0" u="none" strike="noStrike">
                <a:solidFill>
                  <a:srgbClr val="182D4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12700" cap="flat">
              <a:solidFill>
                <a:srgbClr val="D8E0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Microsoft YaHei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Microsoft YaHei"/>
                  </a:rPr>
                  <a:t>分钟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725" b="0" i="0" u="none" strike="noStrike">
                <a:solidFill>
                  <a:srgbClr val="4D5E6E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全部场景与数据为任务给定的虚构测试材料，与 EEBadge 实际业务无关。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全部场景与数据为任务给定的虚构测试材料，与 EEBadge 实际业务无关。20、12、8 分别是给定的门店总数、回复数、使用数；不假定 8 家属于 12 家，不将两项作为互斥集合相加。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全部场景与数据为任务给定的虚构测试材料，与 EEBadge 实际业务无关。图表使用共同零点和 0 至 8 分钟范围。2 分钟为 7−5 的算术差；不推算总工时或因果效果。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全部场景与数据为任务给定的虚构测试材料，与 EEBadge 实际业务无关。再观察 4 周是给定的申请，尚不是获批安排。补充记录明确标为建议，不代表新增已约定责任、预算或截止日期。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57200"/>
            <a:ext cx="1085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300" b="1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新预约表：申请再观察 4 周</a:t>
            </a:r>
            <a:endParaRPr lang="zh-CN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6353175"/>
            <a:ext cx="1085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虚构测试场景 · 内部试点汇报    1 / 4</a:t>
            </a:r>
            <a:endParaRPr lang="zh-CN" sz="1200" dirty="0"/>
          </a:p>
        </p:txBody>
      </p:sp>
      <p:sp>
        <p:nvSpPr>
          <p:cNvPr id="5" name="Text 2"/>
          <p:cNvSpPr/>
          <p:nvPr/>
        </p:nvSpPr>
        <p:spPr>
          <a:xfrm>
            <a:off x="666750" y="1762125"/>
            <a:ext cx="1047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登记时长中位数</a:t>
            </a:r>
            <a:endParaRPr lang="zh-CN" sz="2100" dirty="0"/>
          </a:p>
        </p:txBody>
      </p:sp>
      <p:sp>
        <p:nvSpPr>
          <p:cNvPr id="6" name="Text 3"/>
          <p:cNvSpPr/>
          <p:nvPr/>
        </p:nvSpPr>
        <p:spPr>
          <a:xfrm>
            <a:off x="666750" y="2333625"/>
            <a:ext cx="106680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5400" b="1" dirty="0">
                <a:solidFill>
                  <a:srgbClr val="165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分钟 → 5 分钟</a:t>
            </a:r>
            <a:endParaRPr lang="zh-CN" sz="5400" dirty="0"/>
          </a:p>
        </p:txBody>
      </p:sp>
      <p:sp>
        <p:nvSpPr>
          <p:cNvPr id="7" name="Text 4"/>
          <p:cNvSpPr/>
          <p:nvPr/>
        </p:nvSpPr>
        <p:spPr>
          <a:xfrm>
            <a:off x="666750" y="3667125"/>
            <a:ext cx="1066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50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上线前与上线后的记录出现差异。</a:t>
            </a:r>
            <a:endParaRPr lang="zh-CN" sz="2250" dirty="0"/>
          </a:p>
        </p:txBody>
      </p:sp>
      <p:sp>
        <p:nvSpPr>
          <p:cNvPr id="8" name="Text 5"/>
          <p:cNvSpPr/>
          <p:nvPr/>
        </p:nvSpPr>
        <p:spPr>
          <a:xfrm>
            <a:off x="666750" y="4572000"/>
            <a:ext cx="10668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50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目前仅观察 2 周，且无对照组。</a:t>
            </a:r>
            <a:endParaRPr lang="zh-CN" sz="2250" dirty="0"/>
          </a:p>
          <a:p>
            <a:pPr indent="0" marL="0">
              <a:buNone/>
            </a:pPr>
            <a:r>
              <a:rPr lang="zh-CN" altLang="en-US" sz="2250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这些记录不能确定变化由新预约表引起。</a:t>
            </a:r>
            <a:endParaRPr lang="zh-CN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57200"/>
            <a:ext cx="1085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300" b="1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回复门店与使用门店分别记录</a:t>
            </a:r>
            <a:endParaRPr lang="zh-CN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6353175"/>
            <a:ext cx="1085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虚构测试场景 · 内部试点汇报    2 / 4</a:t>
            </a:r>
            <a:endParaRPr lang="zh-CN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6750" y="1619250"/>
          <a:ext cx="10858500" cy="3238500"/>
        </p:xfrm>
        <a:graphic>
          <a:graphicData uri="http://schemas.openxmlformats.org/drawingml/2006/table">
            <a:tbl>
              <a:tblPr/>
              <a:tblGrid>
                <a:gridCol w="8382000"/>
                <a:gridCol w="2476500"/>
              </a:tblGrid>
              <a:tr h="809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b="1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记录项目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b="1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门店数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试点涉及门店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家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已回复门店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 家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使用新预约表的门店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75" dirty="0">
                          <a:solidFill>
                            <a:srgbClr val="182D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家</a:t>
                      </a:r>
                      <a:endParaRPr lang="en-US" sz="2175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228600" marR="228600" marT="152400" marB="152400" anchor="mid">
                    <a:lnL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66750" y="5286375"/>
            <a:ext cx="10858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75" b="1" dirty="0">
                <a:solidFill>
                  <a:srgbClr val="165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家回复门店与 8 家使用门店的重合情况未知。</a:t>
            </a:r>
            <a:endParaRPr lang="zh-CN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57200"/>
            <a:ext cx="1085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300" b="1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单次登记中位数由 7 分钟变为 5 分钟</a:t>
            </a:r>
            <a:endParaRPr lang="zh-CN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6353175"/>
            <a:ext cx="1085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虚构测试场景 · 内部试点汇报    3 / 4</a:t>
            </a:r>
            <a:endParaRPr lang="zh-CN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66750" y="1619250"/>
          <a:ext cx="7048500" cy="385762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429625" y="2047875"/>
            <a:ext cx="3000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25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中位数相差</a:t>
            </a:r>
            <a:endParaRPr lang="zh-CN" sz="2025" dirty="0"/>
          </a:p>
        </p:txBody>
      </p:sp>
      <p:sp>
        <p:nvSpPr>
          <p:cNvPr id="7" name="Text 3"/>
          <p:cNvSpPr/>
          <p:nvPr/>
        </p:nvSpPr>
        <p:spPr>
          <a:xfrm>
            <a:off x="8429625" y="2714625"/>
            <a:ext cx="30003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4125" b="1" dirty="0">
                <a:solidFill>
                  <a:srgbClr val="165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分钟</a:t>
            </a:r>
            <a:endParaRPr lang="zh-CN" sz="4125" dirty="0"/>
          </a:p>
        </p:txBody>
      </p:sp>
      <p:sp>
        <p:nvSpPr>
          <p:cNvPr id="8" name="Text 4"/>
          <p:cNvSpPr/>
          <p:nvPr/>
        </p:nvSpPr>
        <p:spPr>
          <a:xfrm>
            <a:off x="8429625" y="3714750"/>
            <a:ext cx="30003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50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7 − 5 = 2</a:t>
            </a:r>
            <a:endParaRPr lang="zh-CN" sz="1950" dirty="0"/>
          </a:p>
          <a:p>
            <a:pPr indent="0" marL="0">
              <a:buNone/>
            </a:pPr>
            <a:r>
              <a:rPr lang="zh-CN" altLang="en-US" sz="1950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仅描述数值差异。</a:t>
            </a:r>
            <a:endParaRPr lang="zh-CN" sz="1950" dirty="0"/>
          </a:p>
        </p:txBody>
      </p:sp>
      <p:sp>
        <p:nvSpPr>
          <p:cNvPr id="9" name="Text 5"/>
          <p:cNvSpPr/>
          <p:nvPr/>
        </p:nvSpPr>
        <p:spPr>
          <a:xfrm>
            <a:off x="666750" y="5715000"/>
            <a:ext cx="1085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观察仅 2 周，无对照组；登记样本量与测量口径未提供。</a:t>
            </a:r>
            <a:endParaRPr lang="zh-CN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457200"/>
            <a:ext cx="10858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300" b="1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延长观察的申请</a:t>
            </a:r>
            <a:endParaRPr lang="zh-CN" sz="3300" dirty="0"/>
          </a:p>
        </p:txBody>
      </p:sp>
      <p:sp>
        <p:nvSpPr>
          <p:cNvPr id="3" name="Text 1"/>
          <p:cNvSpPr/>
          <p:nvPr/>
        </p:nvSpPr>
        <p:spPr>
          <a:xfrm>
            <a:off x="666750" y="6353175"/>
            <a:ext cx="10858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00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虚构测试场景 · 内部试点汇报    4 / 4</a:t>
            </a:r>
            <a:endParaRPr lang="zh-CN" sz="1200" dirty="0"/>
          </a:p>
        </p:txBody>
      </p:sp>
      <p:sp>
        <p:nvSpPr>
          <p:cNvPr id="5" name="Text 2"/>
          <p:cNvSpPr/>
          <p:nvPr/>
        </p:nvSpPr>
        <p:spPr>
          <a:xfrm>
            <a:off x="666750" y="1666875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4800" b="1" dirty="0">
                <a:solidFill>
                  <a:srgbClr val="1658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再观察 4 周</a:t>
            </a:r>
            <a:endParaRPr lang="zh-CN" sz="4800" dirty="0"/>
          </a:p>
        </p:txBody>
      </p:sp>
      <p:sp>
        <p:nvSpPr>
          <p:cNvPr id="6" name="Text 3"/>
          <p:cNvSpPr/>
          <p:nvPr/>
        </p:nvSpPr>
        <p:spPr>
          <a:xfrm>
            <a:off x="666750" y="3238500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50" b="1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现有依据</a:t>
            </a:r>
            <a:endParaRPr lang="zh-CN" sz="2250" dirty="0"/>
          </a:p>
        </p:txBody>
      </p:sp>
      <p:sp>
        <p:nvSpPr>
          <p:cNvPr id="7" name="Text 4"/>
          <p:cNvSpPr/>
          <p:nvPr/>
        </p:nvSpPr>
        <p:spPr>
          <a:xfrm>
            <a:off x="3952875" y="3162300"/>
            <a:ext cx="7524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75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观察期只有 2 周，且无对照组。</a:t>
            </a:r>
            <a:endParaRPr lang="zh-CN" sz="2175" dirty="0"/>
          </a:p>
          <a:p>
            <a:pPr indent="0" marL="0">
              <a:buNone/>
            </a:pPr>
            <a:r>
              <a:rPr lang="zh-CN" altLang="en-US" sz="2175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当前数据不足以确定变化原因。</a:t>
            </a:r>
            <a:endParaRPr lang="zh-CN" sz="2175" dirty="0"/>
          </a:p>
        </p:txBody>
      </p:sp>
      <p:sp>
        <p:nvSpPr>
          <p:cNvPr id="8" name="Text 5"/>
          <p:cNvSpPr/>
          <p:nvPr/>
        </p:nvSpPr>
        <p:spPr>
          <a:xfrm>
            <a:off x="666750" y="4619625"/>
            <a:ext cx="314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50" b="1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建议补充的记录</a:t>
            </a:r>
            <a:endParaRPr lang="zh-CN" sz="2250" dirty="0"/>
          </a:p>
        </p:txBody>
      </p:sp>
      <p:sp>
        <p:nvSpPr>
          <p:cNvPr id="9" name="Text 6"/>
          <p:cNvSpPr/>
          <p:nvPr/>
        </p:nvSpPr>
        <p:spPr>
          <a:xfrm>
            <a:off x="3952875" y="4543425"/>
            <a:ext cx="7524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75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回复与使用门店的对应关系；</a:t>
            </a:r>
            <a:endParaRPr lang="zh-CN" sz="2175" dirty="0"/>
          </a:p>
          <a:p>
            <a:pPr indent="0" marL="0">
              <a:buNone/>
            </a:pPr>
            <a:r>
              <a:rPr lang="zh-CN" altLang="en-US" sz="2175" dirty="0">
                <a:solidFill>
                  <a:srgbClr val="182D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登记时长的样本信息与测量口径。</a:t>
            </a:r>
            <a:endParaRPr lang="zh-CN" sz="2175" dirty="0"/>
          </a:p>
        </p:txBody>
      </p:sp>
      <p:sp>
        <p:nvSpPr>
          <p:cNvPr id="10" name="Text 7"/>
          <p:cNvSpPr/>
          <p:nvPr/>
        </p:nvSpPr>
        <p:spPr>
          <a:xfrm>
            <a:off x="666750" y="5791200"/>
            <a:ext cx="10858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4D5E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延长观察本身也不能建立因果关系。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Fictional test scenario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新预约表内部试点汇报</dc:title>
  <dc:subject>虚构测试场景，与 EEBadge 实际业务无关</dc:subject>
  <dc:creator>deai-studio format proof</dc:creator>
  <cp:lastModifiedBy>deai-studio format proof</cp:lastModifiedBy>
  <cp:revision>1</cp:revision>
  <dcterms:created xsi:type="dcterms:W3CDTF">2026-09-05T11:19:52Z</dcterms:created>
  <dcterms:modified xsi:type="dcterms:W3CDTF">2026-09-05T11:19:52Z</dcterms:modified>
</cp:coreProperties>
</file>